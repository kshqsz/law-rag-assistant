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316" r:id="rId3"/>
    <p:sldId id="3422" r:id="rId4"/>
    <p:sldId id="3423" r:id="rId5"/>
    <p:sldId id="3424" r:id="rId6"/>
  </p:sldIdLst>
  <p:sldSz cx="12858750" cy="7232650"/>
  <p:notesSz cx="6858000" cy="9144000"/>
  <p:custDataLst>
    <p:tags r:id="rId12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1" userDrawn="1">
          <p15:clr>
            <a:srgbClr val="A4A3A4"/>
          </p15:clr>
        </p15:guide>
        <p15:guide id="2" pos="4087" userDrawn="1">
          <p15:clr>
            <a:srgbClr val="A4A3A4"/>
          </p15:clr>
        </p15:guide>
        <p15:guide id="5" orient="horz" pos="4194" userDrawn="1">
          <p15:clr>
            <a:srgbClr val="A4A3A4"/>
          </p15:clr>
        </p15:guide>
        <p15:guide id="6" pos="7575" userDrawn="1">
          <p15:clr>
            <a:srgbClr val="A4A3A4"/>
          </p15:clr>
        </p15:guide>
        <p15:guide id="7" pos="467" userDrawn="1">
          <p15:clr>
            <a:srgbClr val="A4A3A4"/>
          </p15:clr>
        </p15:guide>
        <p15:guide id="8" pos="13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5526"/>
    <a:srgbClr val="900000"/>
    <a:srgbClr val="0FC7D3"/>
    <a:srgbClr val="EC206C"/>
    <a:srgbClr val="BC148E"/>
    <a:srgbClr val="0A1A3B"/>
    <a:srgbClr val="CE000D"/>
    <a:srgbClr val="FE67BE"/>
    <a:srgbClr val="84004C"/>
    <a:srgbClr val="8B2F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51" autoAdjust="0"/>
    <p:restoredTop sz="92986" autoAdjust="0"/>
  </p:normalViewPr>
  <p:slideViewPr>
    <p:cSldViewPr showGuides="1">
      <p:cViewPr varScale="1">
        <p:scale>
          <a:sx n="104" d="100"/>
          <a:sy n="104" d="100"/>
        </p:scale>
        <p:origin x="416" y="84"/>
      </p:cViewPr>
      <p:guideLst>
        <p:guide orient="horz" pos="331"/>
        <p:guide pos="4087"/>
        <p:guide orient="horz" pos="4194"/>
        <p:guide pos="7575"/>
        <p:guide pos="467"/>
        <p:guide pos="1350"/>
      </p:guideLst>
    </p:cSldViewPr>
  </p:slideViewPr>
  <p:outlineViewPr>
    <p:cViewPr>
      <p:scale>
        <a:sx n="100" d="100"/>
        <a:sy n="100" d="100"/>
      </p:scale>
      <p:origin x="0" y="-144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380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5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742FC-62BB-4B81-9CA5-3B750A4B45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7E82F1-5B17-4D95-A6D6-EB96F2D72B6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418F03C3-53C1-4F10-8DAF-D1F318E96C6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858750" cy="7232650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合理交通结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2022/7/23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‹#›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64565">
              <a:defRPr/>
            </a:pPr>
            <a:fld id="{9EB75589-C272-4E6C-A021-068B6B063998}" type="datetimeFigureOut">
              <a:rPr lang="zh-CN" altLang="en-US" sz="1265" smtClean="0">
                <a:solidFill>
                  <a:srgbClr val="898989"/>
                </a:solidFill>
              </a:rPr>
            </a:fld>
            <a:endParaRPr lang="zh-CN" altLang="en-US" sz="1265">
              <a:solidFill>
                <a:srgbClr val="898989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64565">
              <a:defRPr/>
            </a:pPr>
            <a:endParaRPr lang="zh-CN" altLang="en-US" sz="1265">
              <a:solidFill>
                <a:srgbClr val="898989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84238" y="385763"/>
            <a:ext cx="11090275" cy="1397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238" y="1925638"/>
            <a:ext cx="11090275" cy="4589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0"/>
            <a:r>
              <a:rPr lang="zh-CN" altLang="en-US"/>
              <a:t>第二级</a:t>
            </a:r>
            <a:endParaRPr lang="zh-CN" altLang="en-US"/>
          </a:p>
          <a:p>
            <a:pPr lvl="0"/>
            <a:r>
              <a:rPr lang="zh-CN" altLang="en-US"/>
              <a:t>第三级</a:t>
            </a:r>
            <a:endParaRPr lang="zh-CN" altLang="en-US"/>
          </a:p>
          <a:p>
            <a:pPr lvl="0"/>
            <a:r>
              <a:rPr lang="zh-CN" altLang="en-US"/>
              <a:t>第四级</a:t>
            </a:r>
            <a:endParaRPr lang="zh-CN" altLang="en-US"/>
          </a:p>
          <a:p>
            <a:pPr lvl="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8423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2022/7/23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259263" y="6704013"/>
            <a:ext cx="43402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08208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‹#›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123353" y="0"/>
            <a:ext cx="12888180" cy="723265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35" y="1885950"/>
            <a:ext cx="12900660" cy="12877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10000"/>
              </a:lnSpc>
              <a:tabLst>
                <a:tab pos="3690620" algn="l"/>
                <a:tab pos="5303520" algn="l"/>
                <a:tab pos="7851775" algn="l"/>
              </a:tabLst>
            </a:pPr>
            <a:r>
              <a:rPr lang="zh-CN" altLang="en-US" sz="506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基于检索增强生成的法律智能问答系统设计与实现</a:t>
            </a:r>
            <a:endParaRPr lang="zh-CN" altLang="en-US" sz="253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10000"/>
              </a:lnSpc>
              <a:tabLst>
                <a:tab pos="3690620" algn="l"/>
                <a:tab pos="5303520" algn="l"/>
                <a:tab pos="7851775" algn="l"/>
              </a:tabLst>
            </a:pPr>
            <a:endParaRPr lang="en-US" altLang="zh-CN" sz="1685" dirty="0">
              <a:latin typeface="微软雅黑" panose="020B0503020204020204" pitchFamily="34" charset="-122"/>
              <a:ea typeface="思源黑体 CN Regular"/>
              <a:cs typeface="Arial" panose="020B0604020202090204" pitchFamily="34" charset="0"/>
            </a:endParaRPr>
          </a:p>
        </p:txBody>
      </p:sp>
      <p:sp>
        <p:nvSpPr>
          <p:cNvPr id="16" name="内容占位符 2"/>
          <p:cNvSpPr txBox="1"/>
          <p:nvPr/>
        </p:nvSpPr>
        <p:spPr>
          <a:xfrm>
            <a:off x="2502314" y="3698019"/>
            <a:ext cx="7971988" cy="303437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  <a:tabLst>
                <a:tab pos="3690620" algn="l"/>
                <a:tab pos="5303520" algn="l"/>
                <a:tab pos="7851775" algn="l"/>
              </a:tabLst>
            </a:pPr>
            <a:r>
              <a:rPr lang="zh-CN" altLang="en-US" sz="2110" b="1" dirty="0">
                <a:ea typeface="思源黑体 CN Regular"/>
              </a:rPr>
              <a:t>院（系）：电子与信息工程学院</a:t>
            </a:r>
            <a:endParaRPr lang="en-US" altLang="zh-CN" sz="2110" b="1" dirty="0">
              <a:ea typeface="思源黑体 CN Regular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tabLst>
                <a:tab pos="3690620" algn="l"/>
                <a:tab pos="5303520" algn="l"/>
                <a:tab pos="7851775" algn="l"/>
              </a:tabLst>
            </a:pPr>
            <a:r>
              <a:rPr lang="zh-CN" altLang="en-US" sz="2110" b="1" dirty="0">
                <a:ea typeface="思源黑体 CN Regular"/>
              </a:rPr>
              <a:t>专业：计算机科学与技术</a:t>
            </a:r>
            <a:endParaRPr lang="en-US" altLang="zh-CN" sz="2110" b="1" dirty="0">
              <a:ea typeface="思源黑体 CN Regular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tabLst>
                <a:tab pos="3690620" algn="l"/>
                <a:tab pos="5303520" algn="l"/>
                <a:tab pos="7851775" algn="l"/>
              </a:tabLst>
            </a:pPr>
            <a:r>
              <a:rPr lang="zh-CN" altLang="en-US" sz="2110" b="1" dirty="0">
                <a:ea typeface="思源黑体 CN Regular"/>
              </a:rPr>
              <a:t>答辩人</a:t>
            </a:r>
            <a:r>
              <a:rPr lang="en-US" altLang="zh-CN" sz="2110" b="1" dirty="0">
                <a:ea typeface="思源黑体 CN Regular"/>
              </a:rPr>
              <a:t>:   </a:t>
            </a:r>
            <a:r>
              <a:rPr lang="zh-CN" altLang="en-US" sz="2110" b="1" dirty="0">
                <a:ea typeface="思源黑体 CN Regular"/>
              </a:rPr>
              <a:t>韩守坤</a:t>
            </a:r>
            <a:endParaRPr lang="en-US" altLang="zh-CN" sz="2110" b="1" dirty="0">
              <a:ea typeface="思源黑体 CN Regular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tabLst>
                <a:tab pos="3690620" algn="l"/>
                <a:tab pos="5303520" algn="l"/>
                <a:tab pos="7851775" algn="l"/>
              </a:tabLst>
            </a:pPr>
            <a:r>
              <a:rPr lang="zh-CN" altLang="en-US" sz="2110" b="1" dirty="0">
                <a:ea typeface="思源黑体 CN Regular"/>
                <a:sym typeface="+mn-ea"/>
              </a:rPr>
              <a:t>时间</a:t>
            </a:r>
            <a:r>
              <a:rPr lang="en-US" altLang="zh-CN" sz="2110" b="1" dirty="0">
                <a:ea typeface="思源黑体 CN Regular"/>
                <a:sym typeface="+mn-ea"/>
              </a:rPr>
              <a:t>:   2026.6</a:t>
            </a:r>
            <a:endParaRPr lang="en-US" altLang="zh-CN" sz="2110" b="1" dirty="0">
              <a:ea typeface="思源黑体 CN Regular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tabLst>
                <a:tab pos="3690620" algn="l"/>
                <a:tab pos="5303520" algn="l"/>
                <a:tab pos="7851775" algn="l"/>
              </a:tabLst>
            </a:pPr>
            <a:r>
              <a:rPr lang="en-US" altLang="zh-CN" sz="2110" b="1" dirty="0">
                <a:ea typeface="思源黑体 CN Regular"/>
              </a:rPr>
              <a:t>                               </a:t>
            </a:r>
            <a:endParaRPr lang="en-US" altLang="zh-CN" sz="2110" b="1" dirty="0">
              <a:ea typeface="思源黑体 CN Regular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tabLst>
                <a:tab pos="3690620" algn="l"/>
                <a:tab pos="5303520" algn="l"/>
                <a:tab pos="7851775" algn="l"/>
              </a:tabLst>
            </a:pPr>
            <a:r>
              <a:rPr lang="en-US" altLang="zh-CN" sz="2110" b="1" dirty="0">
                <a:ea typeface="思源黑体 CN Regular"/>
              </a:rPr>
              <a:t>	</a:t>
            </a:r>
            <a:endParaRPr lang="en-US" altLang="zh-CN" sz="2110" b="1" dirty="0">
              <a:ea typeface="思源黑体 CN Regular"/>
            </a:endParaRPr>
          </a:p>
        </p:txBody>
      </p:sp>
      <p:pic>
        <p:nvPicPr>
          <p:cNvPr id="3" name="图片 2" descr="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815" y="725944"/>
            <a:ext cx="3496451" cy="7292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123353" y="0"/>
            <a:ext cx="12888180" cy="723265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35" y="1885950"/>
            <a:ext cx="12900660" cy="12877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10000"/>
              </a:lnSpc>
              <a:tabLst>
                <a:tab pos="3690620" algn="l"/>
                <a:tab pos="5303520" algn="l"/>
                <a:tab pos="7851775" algn="l"/>
              </a:tabLst>
            </a:pPr>
            <a:r>
              <a:rPr lang="zh-CN" altLang="en-US" sz="5060" dirty="0">
                <a:solidFill>
                  <a:srgbClr val="333333"/>
                </a:solidFill>
                <a:latin typeface="宋体" pitchFamily="2" charset="-122"/>
                <a:ea typeface="宋体" pitchFamily="2" charset="-122"/>
              </a:rPr>
              <a:t> </a:t>
            </a:r>
            <a:endParaRPr lang="zh-CN" altLang="en-US" sz="253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10000"/>
              </a:lnSpc>
              <a:tabLst>
                <a:tab pos="3690620" algn="l"/>
                <a:tab pos="5303520" algn="l"/>
                <a:tab pos="7851775" algn="l"/>
              </a:tabLst>
            </a:pPr>
            <a:endParaRPr lang="en-US" altLang="zh-CN" sz="1685" dirty="0">
              <a:latin typeface="微软雅黑" panose="020B0503020204020204" pitchFamily="34" charset="-122"/>
              <a:ea typeface="思源黑体 CN Regular"/>
              <a:cs typeface="Arial" panose="020B0604020202090204" pitchFamily="34" charset="0"/>
            </a:endParaRPr>
          </a:p>
        </p:txBody>
      </p:sp>
      <p:sp>
        <p:nvSpPr>
          <p:cNvPr id="16" name="内容占位符 2"/>
          <p:cNvSpPr txBox="1"/>
          <p:nvPr/>
        </p:nvSpPr>
        <p:spPr>
          <a:xfrm>
            <a:off x="2502314" y="3698019"/>
            <a:ext cx="7971988" cy="303437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  <a:tabLst>
                <a:tab pos="3690620" algn="l"/>
                <a:tab pos="5303520" algn="l"/>
                <a:tab pos="7851775" algn="l"/>
              </a:tabLst>
            </a:pPr>
            <a:r>
              <a:rPr lang="en-US" altLang="zh-CN" sz="2110" b="1" dirty="0">
                <a:ea typeface="思源黑体 CN Regular"/>
              </a:rPr>
              <a:t>                               </a:t>
            </a:r>
            <a:endParaRPr lang="en-US" altLang="zh-CN" sz="2110" b="1" dirty="0">
              <a:ea typeface="思源黑体 CN Regular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tabLst>
                <a:tab pos="3690620" algn="l"/>
                <a:tab pos="5303520" algn="l"/>
                <a:tab pos="7851775" algn="l"/>
              </a:tabLst>
            </a:pPr>
            <a:r>
              <a:rPr lang="en-US" altLang="zh-CN" sz="2110" b="1" dirty="0">
                <a:ea typeface="思源黑体 CN Regular"/>
              </a:rPr>
              <a:t>	</a:t>
            </a:r>
            <a:endParaRPr lang="en-US" altLang="zh-CN" sz="2110" b="1" dirty="0">
              <a:ea typeface="思源黑体 CN Regular"/>
            </a:endParaRPr>
          </a:p>
        </p:txBody>
      </p:sp>
      <p:pic>
        <p:nvPicPr>
          <p:cNvPr id="3" name="图片 2" descr="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7105" y="139"/>
            <a:ext cx="3496451" cy="7292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123353" y="0"/>
            <a:ext cx="12888180" cy="723265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35" y="1885950"/>
            <a:ext cx="12900660" cy="12877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10000"/>
              </a:lnSpc>
              <a:tabLst>
                <a:tab pos="3690620" algn="l"/>
                <a:tab pos="5303520" algn="l"/>
                <a:tab pos="7851775" algn="l"/>
              </a:tabLst>
            </a:pPr>
            <a:r>
              <a:rPr lang="zh-CN" altLang="en-US" sz="5060" dirty="0">
                <a:solidFill>
                  <a:srgbClr val="333333"/>
                </a:solidFill>
                <a:latin typeface="宋体" pitchFamily="2" charset="-122"/>
                <a:ea typeface="宋体" pitchFamily="2" charset="-122"/>
              </a:rPr>
              <a:t> </a:t>
            </a:r>
            <a:endParaRPr lang="zh-CN" altLang="en-US" sz="253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10000"/>
              </a:lnSpc>
              <a:tabLst>
                <a:tab pos="3690620" algn="l"/>
                <a:tab pos="5303520" algn="l"/>
                <a:tab pos="7851775" algn="l"/>
              </a:tabLst>
            </a:pPr>
            <a:endParaRPr lang="en-US" altLang="zh-CN" sz="1685" dirty="0">
              <a:latin typeface="微软雅黑" panose="020B0503020204020204" pitchFamily="34" charset="-122"/>
              <a:ea typeface="思源黑体 CN Regular"/>
              <a:cs typeface="Arial" panose="020B0604020202090204" pitchFamily="34" charset="0"/>
            </a:endParaRPr>
          </a:p>
        </p:txBody>
      </p:sp>
      <p:sp>
        <p:nvSpPr>
          <p:cNvPr id="16" name="内容占位符 2"/>
          <p:cNvSpPr txBox="1"/>
          <p:nvPr/>
        </p:nvSpPr>
        <p:spPr>
          <a:xfrm>
            <a:off x="2502314" y="3698019"/>
            <a:ext cx="7971988" cy="303437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  <a:tabLst>
                <a:tab pos="3690620" algn="l"/>
                <a:tab pos="5303520" algn="l"/>
                <a:tab pos="7851775" algn="l"/>
              </a:tabLst>
            </a:pPr>
            <a:r>
              <a:rPr lang="en-US" altLang="zh-CN" sz="2110" b="1" dirty="0">
                <a:ea typeface="思源黑体 CN Regular"/>
              </a:rPr>
              <a:t>                               </a:t>
            </a:r>
            <a:endParaRPr lang="en-US" altLang="zh-CN" sz="2110" b="1" dirty="0">
              <a:ea typeface="思源黑体 CN Regular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tabLst>
                <a:tab pos="3690620" algn="l"/>
                <a:tab pos="5303520" algn="l"/>
                <a:tab pos="7851775" algn="l"/>
              </a:tabLst>
            </a:pPr>
            <a:r>
              <a:rPr lang="en-US" altLang="zh-CN" sz="2110" b="1" dirty="0">
                <a:ea typeface="思源黑体 CN Regular"/>
              </a:rPr>
              <a:t>	</a:t>
            </a:r>
            <a:endParaRPr lang="en-US" altLang="zh-CN" sz="2110" b="1" dirty="0">
              <a:ea typeface="思源黑体 CN Regular"/>
            </a:endParaRPr>
          </a:p>
        </p:txBody>
      </p:sp>
      <p:pic>
        <p:nvPicPr>
          <p:cNvPr id="3" name="图片 2" descr="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7105" y="139"/>
            <a:ext cx="3496451" cy="7292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123353" y="0"/>
            <a:ext cx="12888180" cy="723265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35" y="1885950"/>
            <a:ext cx="12900660" cy="12877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10000"/>
              </a:lnSpc>
              <a:tabLst>
                <a:tab pos="3690620" algn="l"/>
                <a:tab pos="5303520" algn="l"/>
                <a:tab pos="7851775" algn="l"/>
              </a:tabLst>
            </a:pPr>
            <a:r>
              <a:rPr lang="zh-CN" altLang="en-US" sz="5060" dirty="0">
                <a:solidFill>
                  <a:srgbClr val="333333"/>
                </a:solidFill>
                <a:latin typeface="宋体" pitchFamily="2" charset="-122"/>
                <a:ea typeface="宋体" pitchFamily="2" charset="-122"/>
              </a:rPr>
              <a:t> </a:t>
            </a:r>
            <a:endParaRPr lang="zh-CN" altLang="en-US" sz="253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10000"/>
              </a:lnSpc>
              <a:tabLst>
                <a:tab pos="3690620" algn="l"/>
                <a:tab pos="5303520" algn="l"/>
                <a:tab pos="7851775" algn="l"/>
              </a:tabLst>
            </a:pPr>
            <a:endParaRPr lang="en-US" altLang="zh-CN" sz="1685" dirty="0">
              <a:latin typeface="微软雅黑" panose="020B0503020204020204" pitchFamily="34" charset="-122"/>
              <a:ea typeface="思源黑体 CN Regular"/>
              <a:cs typeface="Arial" panose="020B0604020202090204" pitchFamily="34" charset="0"/>
            </a:endParaRPr>
          </a:p>
        </p:txBody>
      </p:sp>
      <p:sp>
        <p:nvSpPr>
          <p:cNvPr id="16" name="内容占位符 2"/>
          <p:cNvSpPr txBox="1"/>
          <p:nvPr/>
        </p:nvSpPr>
        <p:spPr>
          <a:xfrm>
            <a:off x="2502314" y="3698019"/>
            <a:ext cx="7971988" cy="303437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  <a:tabLst>
                <a:tab pos="3690620" algn="l"/>
                <a:tab pos="5303520" algn="l"/>
                <a:tab pos="7851775" algn="l"/>
              </a:tabLst>
            </a:pPr>
            <a:r>
              <a:rPr lang="en-US" altLang="zh-CN" sz="2110" b="1" dirty="0">
                <a:ea typeface="思源黑体 CN Regular"/>
              </a:rPr>
              <a:t>                               </a:t>
            </a:r>
            <a:endParaRPr lang="en-US" altLang="zh-CN" sz="2110" b="1" dirty="0">
              <a:ea typeface="思源黑体 CN Regular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tabLst>
                <a:tab pos="3690620" algn="l"/>
                <a:tab pos="5303520" algn="l"/>
                <a:tab pos="7851775" algn="l"/>
              </a:tabLst>
            </a:pPr>
            <a:r>
              <a:rPr lang="en-US" altLang="zh-CN" sz="2110" b="1" dirty="0">
                <a:ea typeface="思源黑体 CN Regular"/>
              </a:rPr>
              <a:t>	</a:t>
            </a:r>
            <a:endParaRPr lang="en-US" altLang="zh-CN" sz="2110" b="1" dirty="0">
              <a:ea typeface="思源黑体 CN Regular"/>
            </a:endParaRPr>
          </a:p>
        </p:txBody>
      </p:sp>
      <p:pic>
        <p:nvPicPr>
          <p:cNvPr id="3" name="图片 2" descr="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7105" y="139"/>
            <a:ext cx="3496451" cy="7292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ISPRING_ULTRA_SCORM_COURSE_ID" val="3D1C075A-A73C-4445-8269-BB8510718CFD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PRESENTATION_TITLE" val="bt627.pptx"/>
</p:tagLst>
</file>

<file path=ppt/theme/theme1.xml><?xml version="1.0" encoding="utf-8"?>
<a:theme xmlns:a="http://schemas.openxmlformats.org/drawingml/2006/main" name="PPTe吧 | PPT爱好者之家">
  <a:themeElements>
    <a:clrScheme name="自定义 49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0C0"/>
      </a:accent1>
      <a:accent2>
        <a:srgbClr val="08B2F0"/>
      </a:accent2>
      <a:accent3>
        <a:srgbClr val="0070C0"/>
      </a:accent3>
      <a:accent4>
        <a:srgbClr val="08B2F0"/>
      </a:accent4>
      <a:accent5>
        <a:srgbClr val="0070C0"/>
      </a:accent5>
      <a:accent6>
        <a:srgbClr val="08B2F0"/>
      </a:accent6>
      <a:hlink>
        <a:srgbClr val="0070C0"/>
      </a:hlink>
      <a:folHlink>
        <a:srgbClr val="08B2F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</Words>
  <Application>WPS 演示</Application>
  <PresentationFormat>自定义</PresentationFormat>
  <Paragraphs>28</Paragraphs>
  <Slides>4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4" baseType="lpstr">
      <vt:lpstr>Arial</vt:lpstr>
      <vt:lpstr>宋体</vt:lpstr>
      <vt:lpstr>Wingdings</vt:lpstr>
      <vt:lpstr>Calibri</vt:lpstr>
      <vt:lpstr>Helvetica Neue</vt:lpstr>
      <vt:lpstr>汉仪书宋二KW</vt:lpstr>
      <vt:lpstr>宋体</vt:lpstr>
      <vt:lpstr>微软雅黑</vt:lpstr>
      <vt:lpstr>思源黑体 CN Regular</vt:lpstr>
      <vt:lpstr>Wingdings 3</vt:lpstr>
      <vt:lpstr>汉仪旗黑</vt:lpstr>
      <vt:lpstr>汉仪中黑KW</vt:lpstr>
      <vt:lpstr>宋体</vt:lpstr>
      <vt:lpstr>Arial Unicode MS</vt:lpstr>
      <vt:lpstr>Calibri Light</vt:lpstr>
      <vt:lpstr>方正正准黑简体</vt:lpstr>
      <vt:lpstr>微软雅黑</vt:lpstr>
      <vt:lpstr>思源黑体 CN Regular</vt:lpstr>
      <vt:lpstr>方正正准黑简体</vt:lpstr>
      <vt:lpstr>PPTe吧 | PPT爱好者之家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韩守坤</cp:lastModifiedBy>
  <cp:revision>8</cp:revision>
  <dcterms:created xsi:type="dcterms:W3CDTF">2026-05-29T09:14:13Z</dcterms:created>
  <dcterms:modified xsi:type="dcterms:W3CDTF">2026-05-29T09:14:13Z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04D19EC598A4B1FAA658196AF64A1513_43</vt:lpwstr>
  </property>
  <property fmtid="{D5CDD505-2E9C-101B-9397-08002B2CF9AE}" pid="3" name="KSOProductBuildVer">
    <vt:lpwstr>2052-12.1.25849.25849</vt:lpwstr>
  </property>
</Properties>
</file>